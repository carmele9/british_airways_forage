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2695D1-C6AC-4E28-BC38-C2C3C8FA3B1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C3BB986-E5EF-406A-B97E-93B276A092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Predict whether a customer will complete a booking (booking_complete).</a:t>
          </a:r>
        </a:p>
      </dgm:t>
    </dgm:pt>
    <dgm:pt modelId="{EC087FED-F28D-4AC6-9F5B-9515E958490F}" type="parTrans" cxnId="{E99DF245-303C-4839-9279-66E9D25D8173}">
      <dgm:prSet/>
      <dgm:spPr/>
      <dgm:t>
        <a:bodyPr/>
        <a:lstStyle/>
        <a:p>
          <a:endParaRPr lang="en-US"/>
        </a:p>
      </dgm:t>
    </dgm:pt>
    <dgm:pt modelId="{247474C4-5C6D-4EC3-92DF-B11EDEFB3835}" type="sibTrans" cxnId="{E99DF245-303C-4839-9279-66E9D25D8173}">
      <dgm:prSet/>
      <dgm:spPr/>
      <dgm:t>
        <a:bodyPr/>
        <a:lstStyle/>
        <a:p>
          <a:endParaRPr lang="en-US"/>
        </a:p>
      </dgm:t>
    </dgm:pt>
    <dgm:pt modelId="{768D259F-78D3-4E42-B901-5C36B8958CB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Binary classification problem.</a:t>
          </a:r>
        </a:p>
      </dgm:t>
    </dgm:pt>
    <dgm:pt modelId="{A5DD60EA-9A45-4B7E-A736-BD7F84D9E85F}" type="parTrans" cxnId="{45472ACF-EBC3-428E-B892-075782434528}">
      <dgm:prSet/>
      <dgm:spPr/>
      <dgm:t>
        <a:bodyPr/>
        <a:lstStyle/>
        <a:p>
          <a:endParaRPr lang="en-US"/>
        </a:p>
      </dgm:t>
    </dgm:pt>
    <dgm:pt modelId="{D8FA8301-C038-4D11-8D65-B985FE02A201}" type="sibTrans" cxnId="{45472ACF-EBC3-428E-B892-075782434528}">
      <dgm:prSet/>
      <dgm:spPr/>
      <dgm:t>
        <a:bodyPr/>
        <a:lstStyle/>
        <a:p>
          <a:endParaRPr lang="en-US"/>
        </a:p>
      </dgm:t>
    </dgm:pt>
    <dgm:pt modelId="{E3C928FD-22AC-4462-9F0B-0A900A08B34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Goal: understand factors influencing booking behaviour.</a:t>
          </a:r>
        </a:p>
      </dgm:t>
    </dgm:pt>
    <dgm:pt modelId="{359388A0-3771-4EC1-807C-493021EB0A41}" type="parTrans" cxnId="{67C35D3F-4E5C-4E88-B2C1-3C73FFFF373A}">
      <dgm:prSet/>
      <dgm:spPr/>
      <dgm:t>
        <a:bodyPr/>
        <a:lstStyle/>
        <a:p>
          <a:endParaRPr lang="en-US"/>
        </a:p>
      </dgm:t>
    </dgm:pt>
    <dgm:pt modelId="{E0984947-8029-4C13-9F14-C02B0EB8374F}" type="sibTrans" cxnId="{67C35D3F-4E5C-4E88-B2C1-3C73FFFF373A}">
      <dgm:prSet/>
      <dgm:spPr/>
      <dgm:t>
        <a:bodyPr/>
        <a:lstStyle/>
        <a:p>
          <a:endParaRPr lang="en-US"/>
        </a:p>
      </dgm:t>
    </dgm:pt>
    <dgm:pt modelId="{2897D6A4-3639-4E85-8487-EB05BC2FA986}" type="pres">
      <dgm:prSet presAssocID="{D52695D1-C6AC-4E28-BC38-C2C3C8FA3B1D}" presName="root" presStyleCnt="0">
        <dgm:presLayoutVars>
          <dgm:dir/>
          <dgm:resizeHandles val="exact"/>
        </dgm:presLayoutVars>
      </dgm:prSet>
      <dgm:spPr/>
    </dgm:pt>
    <dgm:pt modelId="{45DB1324-5552-4C60-B2D0-84C434A1BA89}" type="pres">
      <dgm:prSet presAssocID="{9C3BB986-E5EF-406A-B97E-93B276A092C4}" presName="compNode" presStyleCnt="0"/>
      <dgm:spPr/>
    </dgm:pt>
    <dgm:pt modelId="{D714F4E2-64B7-4B85-B030-949A6C1B0701}" type="pres">
      <dgm:prSet presAssocID="{9C3BB986-E5EF-406A-B97E-93B276A092C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BF97DFF-5C64-4F65-BA9D-7EB74D17CEB5}" type="pres">
      <dgm:prSet presAssocID="{9C3BB986-E5EF-406A-B97E-93B276A092C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21885154-F711-4EEA-8642-4F673AA727E1}" type="pres">
      <dgm:prSet presAssocID="{9C3BB986-E5EF-406A-B97E-93B276A092C4}" presName="spaceRect" presStyleCnt="0"/>
      <dgm:spPr/>
    </dgm:pt>
    <dgm:pt modelId="{B3D7F3FA-FD5E-45B6-92E7-6C502AA33EC5}" type="pres">
      <dgm:prSet presAssocID="{9C3BB986-E5EF-406A-B97E-93B276A092C4}" presName="textRect" presStyleLbl="revTx" presStyleIdx="0" presStyleCnt="3">
        <dgm:presLayoutVars>
          <dgm:chMax val="1"/>
          <dgm:chPref val="1"/>
        </dgm:presLayoutVars>
      </dgm:prSet>
      <dgm:spPr/>
    </dgm:pt>
    <dgm:pt modelId="{C58DAC6F-8D01-4A85-9612-05325ED018BD}" type="pres">
      <dgm:prSet presAssocID="{247474C4-5C6D-4EC3-92DF-B11EDEFB3835}" presName="sibTrans" presStyleCnt="0"/>
      <dgm:spPr/>
    </dgm:pt>
    <dgm:pt modelId="{D6182C25-903F-4E9D-BBD1-91EDC4A2FFA9}" type="pres">
      <dgm:prSet presAssocID="{768D259F-78D3-4E42-B901-5C36B8958CBB}" presName="compNode" presStyleCnt="0"/>
      <dgm:spPr/>
    </dgm:pt>
    <dgm:pt modelId="{01225FD0-3DBB-4525-98C6-6005AAFB1B80}" type="pres">
      <dgm:prSet presAssocID="{768D259F-78D3-4E42-B901-5C36B8958CB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434B8C5-A37C-4562-9CEE-9E38B69387CA}" type="pres">
      <dgm:prSet presAssocID="{768D259F-78D3-4E42-B901-5C36B8958CB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CB0A1E0-42A9-4646-A896-A4084779C2F2}" type="pres">
      <dgm:prSet presAssocID="{768D259F-78D3-4E42-B901-5C36B8958CBB}" presName="spaceRect" presStyleCnt="0"/>
      <dgm:spPr/>
    </dgm:pt>
    <dgm:pt modelId="{5A5F46B2-B927-4042-AD68-D0EEA3736C0F}" type="pres">
      <dgm:prSet presAssocID="{768D259F-78D3-4E42-B901-5C36B8958CBB}" presName="textRect" presStyleLbl="revTx" presStyleIdx="1" presStyleCnt="3">
        <dgm:presLayoutVars>
          <dgm:chMax val="1"/>
          <dgm:chPref val="1"/>
        </dgm:presLayoutVars>
      </dgm:prSet>
      <dgm:spPr/>
    </dgm:pt>
    <dgm:pt modelId="{82CEAEE4-8830-4EF4-A27D-D636F0CF3AC6}" type="pres">
      <dgm:prSet presAssocID="{D8FA8301-C038-4D11-8D65-B985FE02A201}" presName="sibTrans" presStyleCnt="0"/>
      <dgm:spPr/>
    </dgm:pt>
    <dgm:pt modelId="{134FA622-4FE3-449D-B9E2-7652F5A0755F}" type="pres">
      <dgm:prSet presAssocID="{E3C928FD-22AC-4462-9F0B-0A900A08B348}" presName="compNode" presStyleCnt="0"/>
      <dgm:spPr/>
    </dgm:pt>
    <dgm:pt modelId="{0F213BF6-8149-4AC3-A87F-F4B27B0D581D}" type="pres">
      <dgm:prSet presAssocID="{E3C928FD-22AC-4462-9F0B-0A900A08B348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752BA13-0B39-4412-81BD-26FBB62C3C59}" type="pres">
      <dgm:prSet presAssocID="{E3C928FD-22AC-4462-9F0B-0A900A08B34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5C21F29F-7947-43C7-BADF-DF8F71625ECD}" type="pres">
      <dgm:prSet presAssocID="{E3C928FD-22AC-4462-9F0B-0A900A08B348}" presName="spaceRect" presStyleCnt="0"/>
      <dgm:spPr/>
    </dgm:pt>
    <dgm:pt modelId="{3D27FD68-EFAB-422F-96E2-2B051A2F3D15}" type="pres">
      <dgm:prSet presAssocID="{E3C928FD-22AC-4462-9F0B-0A900A08B3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459611D-F5DB-47E4-98B7-DAFB96477819}" type="presOf" srcId="{9C3BB986-E5EF-406A-B97E-93B276A092C4}" destId="{B3D7F3FA-FD5E-45B6-92E7-6C502AA33EC5}" srcOrd="0" destOrd="0" presId="urn:microsoft.com/office/officeart/2018/5/layout/IconLeafLabelList"/>
    <dgm:cxn modelId="{67C35D3F-4E5C-4E88-B2C1-3C73FFFF373A}" srcId="{D52695D1-C6AC-4E28-BC38-C2C3C8FA3B1D}" destId="{E3C928FD-22AC-4462-9F0B-0A900A08B348}" srcOrd="2" destOrd="0" parTransId="{359388A0-3771-4EC1-807C-493021EB0A41}" sibTransId="{E0984947-8029-4C13-9F14-C02B0EB8374F}"/>
    <dgm:cxn modelId="{E99DF245-303C-4839-9279-66E9D25D8173}" srcId="{D52695D1-C6AC-4E28-BC38-C2C3C8FA3B1D}" destId="{9C3BB986-E5EF-406A-B97E-93B276A092C4}" srcOrd="0" destOrd="0" parTransId="{EC087FED-F28D-4AC6-9F5B-9515E958490F}" sibTransId="{247474C4-5C6D-4EC3-92DF-B11EDEFB3835}"/>
    <dgm:cxn modelId="{F7ADC54B-2FFA-4DB1-AD90-F0B3EF667EAF}" type="presOf" srcId="{768D259F-78D3-4E42-B901-5C36B8958CBB}" destId="{5A5F46B2-B927-4042-AD68-D0EEA3736C0F}" srcOrd="0" destOrd="0" presId="urn:microsoft.com/office/officeart/2018/5/layout/IconLeafLabelList"/>
    <dgm:cxn modelId="{4F00B8A2-61DC-4561-B1F0-FA8CB6459668}" type="presOf" srcId="{D52695D1-C6AC-4E28-BC38-C2C3C8FA3B1D}" destId="{2897D6A4-3639-4E85-8487-EB05BC2FA986}" srcOrd="0" destOrd="0" presId="urn:microsoft.com/office/officeart/2018/5/layout/IconLeafLabelList"/>
    <dgm:cxn modelId="{4920F7A9-731B-4060-BF73-38612331CAFA}" type="presOf" srcId="{E3C928FD-22AC-4462-9F0B-0A900A08B348}" destId="{3D27FD68-EFAB-422F-96E2-2B051A2F3D15}" srcOrd="0" destOrd="0" presId="urn:microsoft.com/office/officeart/2018/5/layout/IconLeafLabelList"/>
    <dgm:cxn modelId="{45472ACF-EBC3-428E-B892-075782434528}" srcId="{D52695D1-C6AC-4E28-BC38-C2C3C8FA3B1D}" destId="{768D259F-78D3-4E42-B901-5C36B8958CBB}" srcOrd="1" destOrd="0" parTransId="{A5DD60EA-9A45-4B7E-A736-BD7F84D9E85F}" sibTransId="{D8FA8301-C038-4D11-8D65-B985FE02A201}"/>
    <dgm:cxn modelId="{B0B828AE-7B62-4146-A7E8-F9EFE5255683}" type="presParOf" srcId="{2897D6A4-3639-4E85-8487-EB05BC2FA986}" destId="{45DB1324-5552-4C60-B2D0-84C434A1BA89}" srcOrd="0" destOrd="0" presId="urn:microsoft.com/office/officeart/2018/5/layout/IconLeafLabelList"/>
    <dgm:cxn modelId="{B6E38B57-A4CB-4318-9666-AFF9470A7D0D}" type="presParOf" srcId="{45DB1324-5552-4C60-B2D0-84C434A1BA89}" destId="{D714F4E2-64B7-4B85-B030-949A6C1B0701}" srcOrd="0" destOrd="0" presId="urn:microsoft.com/office/officeart/2018/5/layout/IconLeafLabelList"/>
    <dgm:cxn modelId="{28C35CDA-541F-4E7F-A1F5-D67F459394BC}" type="presParOf" srcId="{45DB1324-5552-4C60-B2D0-84C434A1BA89}" destId="{DBF97DFF-5C64-4F65-BA9D-7EB74D17CEB5}" srcOrd="1" destOrd="0" presId="urn:microsoft.com/office/officeart/2018/5/layout/IconLeafLabelList"/>
    <dgm:cxn modelId="{2F9CA194-3693-45FF-96CD-E7E87A0EB004}" type="presParOf" srcId="{45DB1324-5552-4C60-B2D0-84C434A1BA89}" destId="{21885154-F711-4EEA-8642-4F673AA727E1}" srcOrd="2" destOrd="0" presId="urn:microsoft.com/office/officeart/2018/5/layout/IconLeafLabelList"/>
    <dgm:cxn modelId="{C031A36A-618E-47CD-B5E7-E496FB0D8D9F}" type="presParOf" srcId="{45DB1324-5552-4C60-B2D0-84C434A1BA89}" destId="{B3D7F3FA-FD5E-45B6-92E7-6C502AA33EC5}" srcOrd="3" destOrd="0" presId="urn:microsoft.com/office/officeart/2018/5/layout/IconLeafLabelList"/>
    <dgm:cxn modelId="{BD60EDA2-A143-49AF-9ACC-8F5F27A75792}" type="presParOf" srcId="{2897D6A4-3639-4E85-8487-EB05BC2FA986}" destId="{C58DAC6F-8D01-4A85-9612-05325ED018BD}" srcOrd="1" destOrd="0" presId="urn:microsoft.com/office/officeart/2018/5/layout/IconLeafLabelList"/>
    <dgm:cxn modelId="{6B5A79C0-6C81-4722-A421-38B1649EC4C3}" type="presParOf" srcId="{2897D6A4-3639-4E85-8487-EB05BC2FA986}" destId="{D6182C25-903F-4E9D-BBD1-91EDC4A2FFA9}" srcOrd="2" destOrd="0" presId="urn:microsoft.com/office/officeart/2018/5/layout/IconLeafLabelList"/>
    <dgm:cxn modelId="{5346B552-C1E6-4EA1-82B7-CF540992959C}" type="presParOf" srcId="{D6182C25-903F-4E9D-BBD1-91EDC4A2FFA9}" destId="{01225FD0-3DBB-4525-98C6-6005AAFB1B80}" srcOrd="0" destOrd="0" presId="urn:microsoft.com/office/officeart/2018/5/layout/IconLeafLabelList"/>
    <dgm:cxn modelId="{7A227E99-4BD1-4806-89CE-91080AC3BF38}" type="presParOf" srcId="{D6182C25-903F-4E9D-BBD1-91EDC4A2FFA9}" destId="{0434B8C5-A37C-4562-9CEE-9E38B69387CA}" srcOrd="1" destOrd="0" presId="urn:microsoft.com/office/officeart/2018/5/layout/IconLeafLabelList"/>
    <dgm:cxn modelId="{104111E8-20AC-48B6-A7F6-D70DE93AD6DD}" type="presParOf" srcId="{D6182C25-903F-4E9D-BBD1-91EDC4A2FFA9}" destId="{4CB0A1E0-42A9-4646-A896-A4084779C2F2}" srcOrd="2" destOrd="0" presId="urn:microsoft.com/office/officeart/2018/5/layout/IconLeafLabelList"/>
    <dgm:cxn modelId="{F986D113-DA25-4288-BD9E-75875023E197}" type="presParOf" srcId="{D6182C25-903F-4E9D-BBD1-91EDC4A2FFA9}" destId="{5A5F46B2-B927-4042-AD68-D0EEA3736C0F}" srcOrd="3" destOrd="0" presId="urn:microsoft.com/office/officeart/2018/5/layout/IconLeafLabelList"/>
    <dgm:cxn modelId="{9FD293DF-2024-463A-AAA2-EFE0C3D6044C}" type="presParOf" srcId="{2897D6A4-3639-4E85-8487-EB05BC2FA986}" destId="{82CEAEE4-8830-4EF4-A27D-D636F0CF3AC6}" srcOrd="3" destOrd="0" presId="urn:microsoft.com/office/officeart/2018/5/layout/IconLeafLabelList"/>
    <dgm:cxn modelId="{F94DA55C-0C1B-42F2-8BB0-F0DFE2A0DE0F}" type="presParOf" srcId="{2897D6A4-3639-4E85-8487-EB05BC2FA986}" destId="{134FA622-4FE3-449D-B9E2-7652F5A0755F}" srcOrd="4" destOrd="0" presId="urn:microsoft.com/office/officeart/2018/5/layout/IconLeafLabelList"/>
    <dgm:cxn modelId="{AB432AF2-42A9-4548-91E2-996EC81AFDF6}" type="presParOf" srcId="{134FA622-4FE3-449D-B9E2-7652F5A0755F}" destId="{0F213BF6-8149-4AC3-A87F-F4B27B0D581D}" srcOrd="0" destOrd="0" presId="urn:microsoft.com/office/officeart/2018/5/layout/IconLeafLabelList"/>
    <dgm:cxn modelId="{E1EB2517-7B69-44B7-B26F-5B84F3AE78DD}" type="presParOf" srcId="{134FA622-4FE3-449D-B9E2-7652F5A0755F}" destId="{8752BA13-0B39-4412-81BD-26FBB62C3C59}" srcOrd="1" destOrd="0" presId="urn:microsoft.com/office/officeart/2018/5/layout/IconLeafLabelList"/>
    <dgm:cxn modelId="{A17AEC0A-FFD5-42A9-91BC-0B2A69CEEA97}" type="presParOf" srcId="{134FA622-4FE3-449D-B9E2-7652F5A0755F}" destId="{5C21F29F-7947-43C7-BADF-DF8F71625ECD}" srcOrd="2" destOrd="0" presId="urn:microsoft.com/office/officeart/2018/5/layout/IconLeafLabelList"/>
    <dgm:cxn modelId="{82F52062-748A-4C11-9002-FCF9A5FF5D3E}" type="presParOf" srcId="{134FA622-4FE3-449D-B9E2-7652F5A0755F}" destId="{3D27FD68-EFAB-422F-96E2-2B051A2F3D1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73F4E3-C7F6-426E-9212-FA3F13C0E14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22F2E14-293F-4E46-9FF7-735A007949BE}">
      <dgm:prSet/>
      <dgm:spPr/>
      <dgm:t>
        <a:bodyPr/>
        <a:lstStyle/>
        <a:p>
          <a:r>
            <a:rPr lang="en-US"/>
            <a:t>Handled categorical variables using One-Hot Encoding</a:t>
          </a:r>
        </a:p>
      </dgm:t>
    </dgm:pt>
    <dgm:pt modelId="{87664F32-8DB1-4079-B712-F6AB4E1566BA}" type="parTrans" cxnId="{7CB5F42D-CE09-44FF-BC2C-CED567EBAAEF}">
      <dgm:prSet/>
      <dgm:spPr/>
      <dgm:t>
        <a:bodyPr/>
        <a:lstStyle/>
        <a:p>
          <a:endParaRPr lang="en-US"/>
        </a:p>
      </dgm:t>
    </dgm:pt>
    <dgm:pt modelId="{A67BA414-3FC6-4041-8DD8-D5ECB995064F}" type="sibTrans" cxnId="{7CB5F42D-CE09-44FF-BC2C-CED567EBAAEF}">
      <dgm:prSet/>
      <dgm:spPr/>
      <dgm:t>
        <a:bodyPr/>
        <a:lstStyle/>
        <a:p>
          <a:endParaRPr lang="en-US"/>
        </a:p>
      </dgm:t>
    </dgm:pt>
    <dgm:pt modelId="{BD2FF7AA-CF9E-49C5-B8D5-6E33CAEDE0B9}">
      <dgm:prSet/>
      <dgm:spPr/>
      <dgm:t>
        <a:bodyPr/>
        <a:lstStyle/>
        <a:p>
          <a:r>
            <a:rPr lang="en-US"/>
            <a:t>Train-test split applied (80/20)</a:t>
          </a:r>
        </a:p>
      </dgm:t>
    </dgm:pt>
    <dgm:pt modelId="{94254844-25F3-40D4-8954-01B64BF1B4A0}" type="parTrans" cxnId="{E2A3E57A-DE34-4C48-8F83-1911CA295FE0}">
      <dgm:prSet/>
      <dgm:spPr/>
      <dgm:t>
        <a:bodyPr/>
        <a:lstStyle/>
        <a:p>
          <a:endParaRPr lang="en-US"/>
        </a:p>
      </dgm:t>
    </dgm:pt>
    <dgm:pt modelId="{B8307CD0-1517-42B2-8794-E3B5EBCA28AE}" type="sibTrans" cxnId="{E2A3E57A-DE34-4C48-8F83-1911CA295FE0}">
      <dgm:prSet/>
      <dgm:spPr/>
      <dgm:t>
        <a:bodyPr/>
        <a:lstStyle/>
        <a:p>
          <a:endParaRPr lang="en-US"/>
        </a:p>
      </dgm:t>
    </dgm:pt>
    <dgm:pt modelId="{B48C9819-7D88-4ED5-B7B3-7A0208A7B4C7}">
      <dgm:prSet/>
      <dgm:spPr/>
      <dgm:t>
        <a:bodyPr/>
        <a:lstStyle/>
        <a:p>
          <a:r>
            <a:rPr lang="en-US"/>
            <a:t>No scaling required (tree-based models)</a:t>
          </a:r>
        </a:p>
      </dgm:t>
    </dgm:pt>
    <dgm:pt modelId="{8BC74FF8-9FEE-42DF-A0A6-EE0D057DCF46}" type="parTrans" cxnId="{FA99D43D-74A5-44B6-AF94-FCB193492941}">
      <dgm:prSet/>
      <dgm:spPr/>
      <dgm:t>
        <a:bodyPr/>
        <a:lstStyle/>
        <a:p>
          <a:endParaRPr lang="en-US"/>
        </a:p>
      </dgm:t>
    </dgm:pt>
    <dgm:pt modelId="{09ED0E90-F14F-44E4-84D1-9016DD174AC4}" type="sibTrans" cxnId="{FA99D43D-74A5-44B6-AF94-FCB193492941}">
      <dgm:prSet/>
      <dgm:spPr/>
      <dgm:t>
        <a:bodyPr/>
        <a:lstStyle/>
        <a:p>
          <a:endParaRPr lang="en-US"/>
        </a:p>
      </dgm:t>
    </dgm:pt>
    <dgm:pt modelId="{47FB86F0-3DD0-49EE-87CF-A6DE5BEE6A91}">
      <dgm:prSet/>
      <dgm:spPr/>
      <dgm:t>
        <a:bodyPr/>
        <a:lstStyle/>
        <a:p>
          <a:r>
            <a:rPr lang="en-US"/>
            <a:t>Ensured consistent preprocessing using pipelines</a:t>
          </a:r>
        </a:p>
      </dgm:t>
    </dgm:pt>
    <dgm:pt modelId="{AABA46FD-06ED-4A23-9B97-FBCCE0BCF281}" type="parTrans" cxnId="{1439DF00-9F4B-4107-A617-747815C5F8FF}">
      <dgm:prSet/>
      <dgm:spPr/>
      <dgm:t>
        <a:bodyPr/>
        <a:lstStyle/>
        <a:p>
          <a:endParaRPr lang="en-US"/>
        </a:p>
      </dgm:t>
    </dgm:pt>
    <dgm:pt modelId="{A484072A-5439-485E-8ADA-B02E946A55D5}" type="sibTrans" cxnId="{1439DF00-9F4B-4107-A617-747815C5F8FF}">
      <dgm:prSet/>
      <dgm:spPr/>
      <dgm:t>
        <a:bodyPr/>
        <a:lstStyle/>
        <a:p>
          <a:endParaRPr lang="en-US"/>
        </a:p>
      </dgm:t>
    </dgm:pt>
    <dgm:pt modelId="{2E36B55E-C949-47F6-86D9-ACB7BC2A8EF4}" type="pres">
      <dgm:prSet presAssocID="{F173F4E3-C7F6-426E-9212-FA3F13C0E144}" presName="outerComposite" presStyleCnt="0">
        <dgm:presLayoutVars>
          <dgm:chMax val="5"/>
          <dgm:dir/>
          <dgm:resizeHandles val="exact"/>
        </dgm:presLayoutVars>
      </dgm:prSet>
      <dgm:spPr/>
    </dgm:pt>
    <dgm:pt modelId="{4BA370DA-D856-4B3B-AF66-27234B57F145}" type="pres">
      <dgm:prSet presAssocID="{F173F4E3-C7F6-426E-9212-FA3F13C0E144}" presName="dummyMaxCanvas" presStyleCnt="0">
        <dgm:presLayoutVars/>
      </dgm:prSet>
      <dgm:spPr/>
    </dgm:pt>
    <dgm:pt modelId="{F38161B2-A58C-4FDE-90CB-D814462FA0A9}" type="pres">
      <dgm:prSet presAssocID="{F173F4E3-C7F6-426E-9212-FA3F13C0E144}" presName="FourNodes_1" presStyleLbl="node1" presStyleIdx="0" presStyleCnt="4">
        <dgm:presLayoutVars>
          <dgm:bulletEnabled val="1"/>
        </dgm:presLayoutVars>
      </dgm:prSet>
      <dgm:spPr/>
    </dgm:pt>
    <dgm:pt modelId="{C05F8A3E-9B2C-4418-A0B8-7EAD41C63F5A}" type="pres">
      <dgm:prSet presAssocID="{F173F4E3-C7F6-426E-9212-FA3F13C0E144}" presName="FourNodes_2" presStyleLbl="node1" presStyleIdx="1" presStyleCnt="4">
        <dgm:presLayoutVars>
          <dgm:bulletEnabled val="1"/>
        </dgm:presLayoutVars>
      </dgm:prSet>
      <dgm:spPr/>
    </dgm:pt>
    <dgm:pt modelId="{5731A35D-13DB-4B51-B425-C44EE01C3E5B}" type="pres">
      <dgm:prSet presAssocID="{F173F4E3-C7F6-426E-9212-FA3F13C0E144}" presName="FourNodes_3" presStyleLbl="node1" presStyleIdx="2" presStyleCnt="4">
        <dgm:presLayoutVars>
          <dgm:bulletEnabled val="1"/>
        </dgm:presLayoutVars>
      </dgm:prSet>
      <dgm:spPr/>
    </dgm:pt>
    <dgm:pt modelId="{BD3F734E-390C-4BBB-9099-45413CD707C2}" type="pres">
      <dgm:prSet presAssocID="{F173F4E3-C7F6-426E-9212-FA3F13C0E144}" presName="FourNodes_4" presStyleLbl="node1" presStyleIdx="3" presStyleCnt="4">
        <dgm:presLayoutVars>
          <dgm:bulletEnabled val="1"/>
        </dgm:presLayoutVars>
      </dgm:prSet>
      <dgm:spPr/>
    </dgm:pt>
    <dgm:pt modelId="{696AACA1-106C-4819-9429-3C77FDA02E73}" type="pres">
      <dgm:prSet presAssocID="{F173F4E3-C7F6-426E-9212-FA3F13C0E144}" presName="FourConn_1-2" presStyleLbl="fgAccFollowNode1" presStyleIdx="0" presStyleCnt="3">
        <dgm:presLayoutVars>
          <dgm:bulletEnabled val="1"/>
        </dgm:presLayoutVars>
      </dgm:prSet>
      <dgm:spPr/>
    </dgm:pt>
    <dgm:pt modelId="{E11B7363-D95A-4DBF-9013-84709F1D93E4}" type="pres">
      <dgm:prSet presAssocID="{F173F4E3-C7F6-426E-9212-FA3F13C0E144}" presName="FourConn_2-3" presStyleLbl="fgAccFollowNode1" presStyleIdx="1" presStyleCnt="3">
        <dgm:presLayoutVars>
          <dgm:bulletEnabled val="1"/>
        </dgm:presLayoutVars>
      </dgm:prSet>
      <dgm:spPr/>
    </dgm:pt>
    <dgm:pt modelId="{E8CEDD58-DDF3-4724-9646-CF2D5E46084C}" type="pres">
      <dgm:prSet presAssocID="{F173F4E3-C7F6-426E-9212-FA3F13C0E144}" presName="FourConn_3-4" presStyleLbl="fgAccFollowNode1" presStyleIdx="2" presStyleCnt="3">
        <dgm:presLayoutVars>
          <dgm:bulletEnabled val="1"/>
        </dgm:presLayoutVars>
      </dgm:prSet>
      <dgm:spPr/>
    </dgm:pt>
    <dgm:pt modelId="{5F552C60-4F02-4E19-B19C-FF4D340E75C1}" type="pres">
      <dgm:prSet presAssocID="{F173F4E3-C7F6-426E-9212-FA3F13C0E144}" presName="FourNodes_1_text" presStyleLbl="node1" presStyleIdx="3" presStyleCnt="4">
        <dgm:presLayoutVars>
          <dgm:bulletEnabled val="1"/>
        </dgm:presLayoutVars>
      </dgm:prSet>
      <dgm:spPr/>
    </dgm:pt>
    <dgm:pt modelId="{10D25683-358D-4175-9C2F-6058C18D8CF6}" type="pres">
      <dgm:prSet presAssocID="{F173F4E3-C7F6-426E-9212-FA3F13C0E144}" presName="FourNodes_2_text" presStyleLbl="node1" presStyleIdx="3" presStyleCnt="4">
        <dgm:presLayoutVars>
          <dgm:bulletEnabled val="1"/>
        </dgm:presLayoutVars>
      </dgm:prSet>
      <dgm:spPr/>
    </dgm:pt>
    <dgm:pt modelId="{5FBCA1D5-1B2E-4BF0-B75C-CBDC6CE7D4B1}" type="pres">
      <dgm:prSet presAssocID="{F173F4E3-C7F6-426E-9212-FA3F13C0E144}" presName="FourNodes_3_text" presStyleLbl="node1" presStyleIdx="3" presStyleCnt="4">
        <dgm:presLayoutVars>
          <dgm:bulletEnabled val="1"/>
        </dgm:presLayoutVars>
      </dgm:prSet>
      <dgm:spPr/>
    </dgm:pt>
    <dgm:pt modelId="{6CCB74FB-F0C5-47C9-B2FB-C83AEF2372B3}" type="pres">
      <dgm:prSet presAssocID="{F173F4E3-C7F6-426E-9212-FA3F13C0E14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439DF00-9F4B-4107-A617-747815C5F8FF}" srcId="{F173F4E3-C7F6-426E-9212-FA3F13C0E144}" destId="{47FB86F0-3DD0-49EE-87CF-A6DE5BEE6A91}" srcOrd="3" destOrd="0" parTransId="{AABA46FD-06ED-4A23-9B97-FBCCE0BCF281}" sibTransId="{A484072A-5439-485E-8ADA-B02E946A55D5}"/>
    <dgm:cxn modelId="{58CC7F0F-D2DA-45FF-8DF6-428692BBA102}" type="presOf" srcId="{F173F4E3-C7F6-426E-9212-FA3F13C0E144}" destId="{2E36B55E-C949-47F6-86D9-ACB7BC2A8EF4}" srcOrd="0" destOrd="0" presId="urn:microsoft.com/office/officeart/2005/8/layout/vProcess5"/>
    <dgm:cxn modelId="{C1DF3814-D383-443B-B7A7-97EDB3D329CF}" type="presOf" srcId="{B8307CD0-1517-42B2-8794-E3B5EBCA28AE}" destId="{E11B7363-D95A-4DBF-9013-84709F1D93E4}" srcOrd="0" destOrd="0" presId="urn:microsoft.com/office/officeart/2005/8/layout/vProcess5"/>
    <dgm:cxn modelId="{96E43F18-4A0E-4C38-BA8F-F0FB70D9AFB1}" type="presOf" srcId="{47FB86F0-3DD0-49EE-87CF-A6DE5BEE6A91}" destId="{BD3F734E-390C-4BBB-9099-45413CD707C2}" srcOrd="0" destOrd="0" presId="urn:microsoft.com/office/officeart/2005/8/layout/vProcess5"/>
    <dgm:cxn modelId="{7CB5F42D-CE09-44FF-BC2C-CED567EBAAEF}" srcId="{F173F4E3-C7F6-426E-9212-FA3F13C0E144}" destId="{522F2E14-293F-4E46-9FF7-735A007949BE}" srcOrd="0" destOrd="0" parTransId="{87664F32-8DB1-4079-B712-F6AB4E1566BA}" sibTransId="{A67BA414-3FC6-4041-8DD8-D5ECB995064F}"/>
    <dgm:cxn modelId="{FA99D43D-74A5-44B6-AF94-FCB193492941}" srcId="{F173F4E3-C7F6-426E-9212-FA3F13C0E144}" destId="{B48C9819-7D88-4ED5-B7B3-7A0208A7B4C7}" srcOrd="2" destOrd="0" parTransId="{8BC74FF8-9FEE-42DF-A0A6-EE0D057DCF46}" sibTransId="{09ED0E90-F14F-44E4-84D1-9016DD174AC4}"/>
    <dgm:cxn modelId="{9E866D3E-DFA0-4C7C-961E-E1A8670FBDC1}" type="presOf" srcId="{B48C9819-7D88-4ED5-B7B3-7A0208A7B4C7}" destId="{5731A35D-13DB-4B51-B425-C44EE01C3E5B}" srcOrd="0" destOrd="0" presId="urn:microsoft.com/office/officeart/2005/8/layout/vProcess5"/>
    <dgm:cxn modelId="{FC202F65-068B-4F3D-8BB6-C91D35FA1114}" type="presOf" srcId="{BD2FF7AA-CF9E-49C5-B8D5-6E33CAEDE0B9}" destId="{C05F8A3E-9B2C-4418-A0B8-7EAD41C63F5A}" srcOrd="0" destOrd="0" presId="urn:microsoft.com/office/officeart/2005/8/layout/vProcess5"/>
    <dgm:cxn modelId="{D0F64B69-5918-4A27-9525-EF2C3CFA7CDB}" type="presOf" srcId="{BD2FF7AA-CF9E-49C5-B8D5-6E33CAEDE0B9}" destId="{10D25683-358D-4175-9C2F-6058C18D8CF6}" srcOrd="1" destOrd="0" presId="urn:microsoft.com/office/officeart/2005/8/layout/vProcess5"/>
    <dgm:cxn modelId="{E2A3E57A-DE34-4C48-8F83-1911CA295FE0}" srcId="{F173F4E3-C7F6-426E-9212-FA3F13C0E144}" destId="{BD2FF7AA-CF9E-49C5-B8D5-6E33CAEDE0B9}" srcOrd="1" destOrd="0" parTransId="{94254844-25F3-40D4-8954-01B64BF1B4A0}" sibTransId="{B8307CD0-1517-42B2-8794-E3B5EBCA28AE}"/>
    <dgm:cxn modelId="{A1AABA97-DE70-457E-923A-CC5A5E542A37}" type="presOf" srcId="{B48C9819-7D88-4ED5-B7B3-7A0208A7B4C7}" destId="{5FBCA1D5-1B2E-4BF0-B75C-CBDC6CE7D4B1}" srcOrd="1" destOrd="0" presId="urn:microsoft.com/office/officeart/2005/8/layout/vProcess5"/>
    <dgm:cxn modelId="{882CA2A8-8AC1-4C38-803B-960FED2C1EB0}" type="presOf" srcId="{A67BA414-3FC6-4041-8DD8-D5ECB995064F}" destId="{696AACA1-106C-4819-9429-3C77FDA02E73}" srcOrd="0" destOrd="0" presId="urn:microsoft.com/office/officeart/2005/8/layout/vProcess5"/>
    <dgm:cxn modelId="{043C30B3-E12E-47AB-844F-9EFEC0602684}" type="presOf" srcId="{47FB86F0-3DD0-49EE-87CF-A6DE5BEE6A91}" destId="{6CCB74FB-F0C5-47C9-B2FB-C83AEF2372B3}" srcOrd="1" destOrd="0" presId="urn:microsoft.com/office/officeart/2005/8/layout/vProcess5"/>
    <dgm:cxn modelId="{B95348CB-0267-47D7-8279-894DDA5B9354}" type="presOf" srcId="{522F2E14-293F-4E46-9FF7-735A007949BE}" destId="{5F552C60-4F02-4E19-B19C-FF4D340E75C1}" srcOrd="1" destOrd="0" presId="urn:microsoft.com/office/officeart/2005/8/layout/vProcess5"/>
    <dgm:cxn modelId="{F677E9E4-4B39-44E2-AB0B-7D18DD0C6C5D}" type="presOf" srcId="{09ED0E90-F14F-44E4-84D1-9016DD174AC4}" destId="{E8CEDD58-DDF3-4724-9646-CF2D5E46084C}" srcOrd="0" destOrd="0" presId="urn:microsoft.com/office/officeart/2005/8/layout/vProcess5"/>
    <dgm:cxn modelId="{75EC5DF7-2809-41E7-8798-F9CE9AE19885}" type="presOf" srcId="{522F2E14-293F-4E46-9FF7-735A007949BE}" destId="{F38161B2-A58C-4FDE-90CB-D814462FA0A9}" srcOrd="0" destOrd="0" presId="urn:microsoft.com/office/officeart/2005/8/layout/vProcess5"/>
    <dgm:cxn modelId="{A7AB2D3D-955B-4724-B695-8817B9E4A531}" type="presParOf" srcId="{2E36B55E-C949-47F6-86D9-ACB7BC2A8EF4}" destId="{4BA370DA-D856-4B3B-AF66-27234B57F145}" srcOrd="0" destOrd="0" presId="urn:microsoft.com/office/officeart/2005/8/layout/vProcess5"/>
    <dgm:cxn modelId="{10E8C5C5-A7E7-4D89-BFA7-1C5CA21740FE}" type="presParOf" srcId="{2E36B55E-C949-47F6-86D9-ACB7BC2A8EF4}" destId="{F38161B2-A58C-4FDE-90CB-D814462FA0A9}" srcOrd="1" destOrd="0" presId="urn:microsoft.com/office/officeart/2005/8/layout/vProcess5"/>
    <dgm:cxn modelId="{E174A8DA-8E9F-4A4B-BE05-039BE9823730}" type="presParOf" srcId="{2E36B55E-C949-47F6-86D9-ACB7BC2A8EF4}" destId="{C05F8A3E-9B2C-4418-A0B8-7EAD41C63F5A}" srcOrd="2" destOrd="0" presId="urn:microsoft.com/office/officeart/2005/8/layout/vProcess5"/>
    <dgm:cxn modelId="{1A390CC6-1644-4113-BD6C-DA19454F8CCC}" type="presParOf" srcId="{2E36B55E-C949-47F6-86D9-ACB7BC2A8EF4}" destId="{5731A35D-13DB-4B51-B425-C44EE01C3E5B}" srcOrd="3" destOrd="0" presId="urn:microsoft.com/office/officeart/2005/8/layout/vProcess5"/>
    <dgm:cxn modelId="{DD6C3088-EFD2-4E2E-8A7B-6C3A86F40AC6}" type="presParOf" srcId="{2E36B55E-C949-47F6-86D9-ACB7BC2A8EF4}" destId="{BD3F734E-390C-4BBB-9099-45413CD707C2}" srcOrd="4" destOrd="0" presId="urn:microsoft.com/office/officeart/2005/8/layout/vProcess5"/>
    <dgm:cxn modelId="{CD627883-DCC1-47E8-880D-2A0D0C1BD299}" type="presParOf" srcId="{2E36B55E-C949-47F6-86D9-ACB7BC2A8EF4}" destId="{696AACA1-106C-4819-9429-3C77FDA02E73}" srcOrd="5" destOrd="0" presId="urn:microsoft.com/office/officeart/2005/8/layout/vProcess5"/>
    <dgm:cxn modelId="{6B70FDC3-B3D6-4A14-B7C2-680F1A4A41D9}" type="presParOf" srcId="{2E36B55E-C949-47F6-86D9-ACB7BC2A8EF4}" destId="{E11B7363-D95A-4DBF-9013-84709F1D93E4}" srcOrd="6" destOrd="0" presId="urn:microsoft.com/office/officeart/2005/8/layout/vProcess5"/>
    <dgm:cxn modelId="{47850138-8297-4CAA-9642-EBA23AE432E9}" type="presParOf" srcId="{2E36B55E-C949-47F6-86D9-ACB7BC2A8EF4}" destId="{E8CEDD58-DDF3-4724-9646-CF2D5E46084C}" srcOrd="7" destOrd="0" presId="urn:microsoft.com/office/officeart/2005/8/layout/vProcess5"/>
    <dgm:cxn modelId="{F3E5A011-6FCD-4E8E-9FEA-C7991CEEE890}" type="presParOf" srcId="{2E36B55E-C949-47F6-86D9-ACB7BC2A8EF4}" destId="{5F552C60-4F02-4E19-B19C-FF4D340E75C1}" srcOrd="8" destOrd="0" presId="urn:microsoft.com/office/officeart/2005/8/layout/vProcess5"/>
    <dgm:cxn modelId="{2375B6E5-D1D0-41E7-9527-2EB428542A91}" type="presParOf" srcId="{2E36B55E-C949-47F6-86D9-ACB7BC2A8EF4}" destId="{10D25683-358D-4175-9C2F-6058C18D8CF6}" srcOrd="9" destOrd="0" presId="urn:microsoft.com/office/officeart/2005/8/layout/vProcess5"/>
    <dgm:cxn modelId="{936E2EAA-2ADD-47AF-BEB8-F7C9BFBAFF91}" type="presParOf" srcId="{2E36B55E-C949-47F6-86D9-ACB7BC2A8EF4}" destId="{5FBCA1D5-1B2E-4BF0-B75C-CBDC6CE7D4B1}" srcOrd="10" destOrd="0" presId="urn:microsoft.com/office/officeart/2005/8/layout/vProcess5"/>
    <dgm:cxn modelId="{8829A7A4-60C1-4258-BF83-A51A0CE64128}" type="presParOf" srcId="{2E36B55E-C949-47F6-86D9-ACB7BC2A8EF4}" destId="{6CCB74FB-F0C5-47C9-B2FB-C83AEF2372B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990786-E3DD-40C8-96C8-AA5492087F2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21C253-1AB5-4E2D-9FF1-DB2BB2EA29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identify customers likely to book</a:t>
          </a:r>
        </a:p>
      </dgm:t>
    </dgm:pt>
    <dgm:pt modelId="{8E69C28C-0A59-42E3-8B37-A5AD628FAF94}" type="parTrans" cxnId="{31733F8C-3953-48B8-820B-9D03C16AA525}">
      <dgm:prSet/>
      <dgm:spPr/>
      <dgm:t>
        <a:bodyPr/>
        <a:lstStyle/>
        <a:p>
          <a:endParaRPr lang="en-US"/>
        </a:p>
      </dgm:t>
    </dgm:pt>
    <dgm:pt modelId="{349858C3-51E7-4E73-AA8B-44A768366A61}" type="sibTrans" cxnId="{31733F8C-3953-48B8-820B-9D03C16AA52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33DEB8-8E2E-4808-938B-7F1B3BC920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marketing targeting and optimisation</a:t>
          </a:r>
        </a:p>
      </dgm:t>
    </dgm:pt>
    <dgm:pt modelId="{D39C8C69-C395-4299-8FEC-16601849A32D}" type="parTrans" cxnId="{550D9CC8-162E-4E35-8CCE-08921DFA2C7E}">
      <dgm:prSet/>
      <dgm:spPr/>
      <dgm:t>
        <a:bodyPr/>
        <a:lstStyle/>
        <a:p>
          <a:endParaRPr lang="en-US"/>
        </a:p>
      </dgm:t>
    </dgm:pt>
    <dgm:pt modelId="{38006B40-3765-40C6-A5FE-805F829F27D4}" type="sibTrans" cxnId="{550D9CC8-162E-4E35-8CCE-08921DFA2C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B757200-AB0A-4D0C-8DC0-3794B93301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Improves conversion rate strategies</a:t>
          </a:r>
        </a:p>
      </dgm:t>
    </dgm:pt>
    <dgm:pt modelId="{450327D5-86A9-47E3-B13F-46E443518231}" type="parTrans" cxnId="{0CE41305-A364-4CE2-839E-F2B875890233}">
      <dgm:prSet/>
      <dgm:spPr/>
      <dgm:t>
        <a:bodyPr/>
        <a:lstStyle/>
        <a:p>
          <a:endParaRPr lang="en-US"/>
        </a:p>
      </dgm:t>
    </dgm:pt>
    <dgm:pt modelId="{C22EE0DE-144E-4B86-BE60-145E1340188D}" type="sibTrans" cxnId="{0CE41305-A364-4CE2-839E-F2B87589023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E13E47-31E9-497B-9124-38AB3B9B4D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model for future booking data</a:t>
          </a:r>
        </a:p>
      </dgm:t>
    </dgm:pt>
    <dgm:pt modelId="{878F7A57-EB84-4D6D-84A3-0CA7325FF9A3}" type="parTrans" cxnId="{29ABE925-D0F2-429B-9A90-40CD97F9CCCB}">
      <dgm:prSet/>
      <dgm:spPr/>
      <dgm:t>
        <a:bodyPr/>
        <a:lstStyle/>
        <a:p>
          <a:endParaRPr lang="en-US"/>
        </a:p>
      </dgm:t>
    </dgm:pt>
    <dgm:pt modelId="{827992D0-F070-4E93-8CE3-E83F30F0AE69}" type="sibTrans" cxnId="{29ABE925-D0F2-429B-9A90-40CD97F9CCCB}">
      <dgm:prSet/>
      <dgm:spPr/>
      <dgm:t>
        <a:bodyPr/>
        <a:lstStyle/>
        <a:p>
          <a:endParaRPr lang="en-US"/>
        </a:p>
      </dgm:t>
    </dgm:pt>
    <dgm:pt modelId="{E2E8437E-761E-4658-A65F-D3AA49C11353}" type="pres">
      <dgm:prSet presAssocID="{5A990786-E3DD-40C8-96C8-AA5492087F2B}" presName="root" presStyleCnt="0">
        <dgm:presLayoutVars>
          <dgm:dir/>
          <dgm:resizeHandles val="exact"/>
        </dgm:presLayoutVars>
      </dgm:prSet>
      <dgm:spPr/>
    </dgm:pt>
    <dgm:pt modelId="{0DBA7A59-E4BE-4DB4-998C-B734EA3A5A40}" type="pres">
      <dgm:prSet presAssocID="{5A990786-E3DD-40C8-96C8-AA5492087F2B}" presName="container" presStyleCnt="0">
        <dgm:presLayoutVars>
          <dgm:dir/>
          <dgm:resizeHandles val="exact"/>
        </dgm:presLayoutVars>
      </dgm:prSet>
      <dgm:spPr/>
    </dgm:pt>
    <dgm:pt modelId="{48E7062C-A853-4F08-A713-95051A7BDE0D}" type="pres">
      <dgm:prSet presAssocID="{AA21C253-1AB5-4E2D-9FF1-DB2BB2EA2910}" presName="compNode" presStyleCnt="0"/>
      <dgm:spPr/>
    </dgm:pt>
    <dgm:pt modelId="{74A2E74A-4452-498B-A0CD-EA06FA1D6726}" type="pres">
      <dgm:prSet presAssocID="{AA21C253-1AB5-4E2D-9FF1-DB2BB2EA2910}" presName="iconBgRect" presStyleLbl="bgShp" presStyleIdx="0" presStyleCnt="4"/>
      <dgm:spPr/>
    </dgm:pt>
    <dgm:pt modelId="{A15528C0-1286-4F71-A8D3-BE51308E90C6}" type="pres">
      <dgm:prSet presAssocID="{AA21C253-1AB5-4E2D-9FF1-DB2BB2EA291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B61E7C8-4F7E-4D21-89BE-FC97FCAD5352}" type="pres">
      <dgm:prSet presAssocID="{AA21C253-1AB5-4E2D-9FF1-DB2BB2EA2910}" presName="spaceRect" presStyleCnt="0"/>
      <dgm:spPr/>
    </dgm:pt>
    <dgm:pt modelId="{BEFDB8CF-01E4-4FB0-A5B4-DD73709F0711}" type="pres">
      <dgm:prSet presAssocID="{AA21C253-1AB5-4E2D-9FF1-DB2BB2EA2910}" presName="textRect" presStyleLbl="revTx" presStyleIdx="0" presStyleCnt="4">
        <dgm:presLayoutVars>
          <dgm:chMax val="1"/>
          <dgm:chPref val="1"/>
        </dgm:presLayoutVars>
      </dgm:prSet>
      <dgm:spPr/>
    </dgm:pt>
    <dgm:pt modelId="{35E1EB28-9DB2-4C79-AB42-5BD2E91A6BE6}" type="pres">
      <dgm:prSet presAssocID="{349858C3-51E7-4E73-AA8B-44A768366A61}" presName="sibTrans" presStyleLbl="sibTrans2D1" presStyleIdx="0" presStyleCnt="0"/>
      <dgm:spPr/>
    </dgm:pt>
    <dgm:pt modelId="{C091DAA9-8E93-4E62-914D-61E96002ADC4}" type="pres">
      <dgm:prSet presAssocID="{7C33DEB8-8E2E-4808-938B-7F1B3BC92032}" presName="compNode" presStyleCnt="0"/>
      <dgm:spPr/>
    </dgm:pt>
    <dgm:pt modelId="{0C155212-2EFF-4DF7-A677-54E8925E2A1E}" type="pres">
      <dgm:prSet presAssocID="{7C33DEB8-8E2E-4808-938B-7F1B3BC92032}" presName="iconBgRect" presStyleLbl="bgShp" presStyleIdx="1" presStyleCnt="4"/>
      <dgm:spPr/>
    </dgm:pt>
    <dgm:pt modelId="{F40F7F8E-96DE-42C9-A023-F513B518DFAD}" type="pres">
      <dgm:prSet presAssocID="{7C33DEB8-8E2E-4808-938B-7F1B3BC9203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322A4401-C390-41CC-8D41-9B5728200009}" type="pres">
      <dgm:prSet presAssocID="{7C33DEB8-8E2E-4808-938B-7F1B3BC92032}" presName="spaceRect" presStyleCnt="0"/>
      <dgm:spPr/>
    </dgm:pt>
    <dgm:pt modelId="{22EAE198-29AA-41D4-8C02-631BC6D9AA3A}" type="pres">
      <dgm:prSet presAssocID="{7C33DEB8-8E2E-4808-938B-7F1B3BC92032}" presName="textRect" presStyleLbl="revTx" presStyleIdx="1" presStyleCnt="4">
        <dgm:presLayoutVars>
          <dgm:chMax val="1"/>
          <dgm:chPref val="1"/>
        </dgm:presLayoutVars>
      </dgm:prSet>
      <dgm:spPr/>
    </dgm:pt>
    <dgm:pt modelId="{5F38D2B2-35BD-427D-B8A3-4BCD5D5AAA2F}" type="pres">
      <dgm:prSet presAssocID="{38006B40-3765-40C6-A5FE-805F829F27D4}" presName="sibTrans" presStyleLbl="sibTrans2D1" presStyleIdx="0" presStyleCnt="0"/>
      <dgm:spPr/>
    </dgm:pt>
    <dgm:pt modelId="{C515E67A-D9ED-4D6C-9421-693C563B417D}" type="pres">
      <dgm:prSet presAssocID="{5B757200-AB0A-4D0C-8DC0-3794B93301F1}" presName="compNode" presStyleCnt="0"/>
      <dgm:spPr/>
    </dgm:pt>
    <dgm:pt modelId="{E69E9A4A-F1CC-498E-B22A-851B04CE7C66}" type="pres">
      <dgm:prSet presAssocID="{5B757200-AB0A-4D0C-8DC0-3794B93301F1}" presName="iconBgRect" presStyleLbl="bgShp" presStyleIdx="2" presStyleCnt="4"/>
      <dgm:spPr/>
    </dgm:pt>
    <dgm:pt modelId="{3CC1811A-6560-44E0-BD8C-820FE82F672C}" type="pres">
      <dgm:prSet presAssocID="{5B757200-AB0A-4D0C-8DC0-3794B93301F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05B67B3-511D-4F8F-BAEE-55D7324C3B3C}" type="pres">
      <dgm:prSet presAssocID="{5B757200-AB0A-4D0C-8DC0-3794B93301F1}" presName="spaceRect" presStyleCnt="0"/>
      <dgm:spPr/>
    </dgm:pt>
    <dgm:pt modelId="{E98ED18B-F0B0-4484-A30F-D9C5C0128429}" type="pres">
      <dgm:prSet presAssocID="{5B757200-AB0A-4D0C-8DC0-3794B93301F1}" presName="textRect" presStyleLbl="revTx" presStyleIdx="2" presStyleCnt="4">
        <dgm:presLayoutVars>
          <dgm:chMax val="1"/>
          <dgm:chPref val="1"/>
        </dgm:presLayoutVars>
      </dgm:prSet>
      <dgm:spPr/>
    </dgm:pt>
    <dgm:pt modelId="{88A83928-0D26-4785-8B11-CDC5CC82A6A0}" type="pres">
      <dgm:prSet presAssocID="{C22EE0DE-144E-4B86-BE60-145E1340188D}" presName="sibTrans" presStyleLbl="sibTrans2D1" presStyleIdx="0" presStyleCnt="0"/>
      <dgm:spPr/>
    </dgm:pt>
    <dgm:pt modelId="{5A2BDAB0-CD36-4EC2-92CD-440A0E5D23FE}" type="pres">
      <dgm:prSet presAssocID="{C3E13E47-31E9-497B-9124-38AB3B9B4D60}" presName="compNode" presStyleCnt="0"/>
      <dgm:spPr/>
    </dgm:pt>
    <dgm:pt modelId="{AD80268A-B5D4-4429-8A9F-F5233F22F705}" type="pres">
      <dgm:prSet presAssocID="{C3E13E47-31E9-497B-9124-38AB3B9B4D60}" presName="iconBgRect" presStyleLbl="bgShp" presStyleIdx="3" presStyleCnt="4"/>
      <dgm:spPr/>
    </dgm:pt>
    <dgm:pt modelId="{CD8D4B9E-CC96-44AA-9459-9844B4D26E58}" type="pres">
      <dgm:prSet presAssocID="{C3E13E47-31E9-497B-9124-38AB3B9B4D6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971E669F-A013-4EB9-8E58-4AE0ECD23CE3}" type="pres">
      <dgm:prSet presAssocID="{C3E13E47-31E9-497B-9124-38AB3B9B4D60}" presName="spaceRect" presStyleCnt="0"/>
      <dgm:spPr/>
    </dgm:pt>
    <dgm:pt modelId="{DE50C3DA-5851-41F0-8334-BA8867CDECA2}" type="pres">
      <dgm:prSet presAssocID="{C3E13E47-31E9-497B-9124-38AB3B9B4D6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CE41305-A364-4CE2-839E-F2B875890233}" srcId="{5A990786-E3DD-40C8-96C8-AA5492087F2B}" destId="{5B757200-AB0A-4D0C-8DC0-3794B93301F1}" srcOrd="2" destOrd="0" parTransId="{450327D5-86A9-47E3-B13F-46E443518231}" sibTransId="{C22EE0DE-144E-4B86-BE60-145E1340188D}"/>
    <dgm:cxn modelId="{2BF5E409-FB35-455E-9DF9-7C44DB3FCE48}" type="presOf" srcId="{5A990786-E3DD-40C8-96C8-AA5492087F2B}" destId="{E2E8437E-761E-4658-A65F-D3AA49C11353}" srcOrd="0" destOrd="0" presId="urn:microsoft.com/office/officeart/2018/2/layout/IconCircleList"/>
    <dgm:cxn modelId="{29ABE925-D0F2-429B-9A90-40CD97F9CCCB}" srcId="{5A990786-E3DD-40C8-96C8-AA5492087F2B}" destId="{C3E13E47-31E9-497B-9124-38AB3B9B4D60}" srcOrd="3" destOrd="0" parTransId="{878F7A57-EB84-4D6D-84A3-0CA7325FF9A3}" sibTransId="{827992D0-F070-4E93-8CE3-E83F30F0AE69}"/>
    <dgm:cxn modelId="{951D246B-517C-49C9-8188-5CCC1DF0AE56}" type="presOf" srcId="{C22EE0DE-144E-4B86-BE60-145E1340188D}" destId="{88A83928-0D26-4785-8B11-CDC5CC82A6A0}" srcOrd="0" destOrd="0" presId="urn:microsoft.com/office/officeart/2018/2/layout/IconCircleList"/>
    <dgm:cxn modelId="{CBC02080-A9D4-4805-BA41-0DA9BFB3A6C8}" type="presOf" srcId="{349858C3-51E7-4E73-AA8B-44A768366A61}" destId="{35E1EB28-9DB2-4C79-AB42-5BD2E91A6BE6}" srcOrd="0" destOrd="0" presId="urn:microsoft.com/office/officeart/2018/2/layout/IconCircleList"/>
    <dgm:cxn modelId="{31733F8C-3953-48B8-820B-9D03C16AA525}" srcId="{5A990786-E3DD-40C8-96C8-AA5492087F2B}" destId="{AA21C253-1AB5-4E2D-9FF1-DB2BB2EA2910}" srcOrd="0" destOrd="0" parTransId="{8E69C28C-0A59-42E3-8B37-A5AD628FAF94}" sibTransId="{349858C3-51E7-4E73-AA8B-44A768366A61}"/>
    <dgm:cxn modelId="{9E96C797-BE65-4397-B195-BA2DC05F0217}" type="presOf" srcId="{C3E13E47-31E9-497B-9124-38AB3B9B4D60}" destId="{DE50C3DA-5851-41F0-8334-BA8867CDECA2}" srcOrd="0" destOrd="0" presId="urn:microsoft.com/office/officeart/2018/2/layout/IconCircleList"/>
    <dgm:cxn modelId="{43C18AA5-D23F-4F6C-BA45-8C9580D8A9FD}" type="presOf" srcId="{AA21C253-1AB5-4E2D-9FF1-DB2BB2EA2910}" destId="{BEFDB8CF-01E4-4FB0-A5B4-DD73709F0711}" srcOrd="0" destOrd="0" presId="urn:microsoft.com/office/officeart/2018/2/layout/IconCircleList"/>
    <dgm:cxn modelId="{550D9CC8-162E-4E35-8CCE-08921DFA2C7E}" srcId="{5A990786-E3DD-40C8-96C8-AA5492087F2B}" destId="{7C33DEB8-8E2E-4808-938B-7F1B3BC92032}" srcOrd="1" destOrd="0" parTransId="{D39C8C69-C395-4299-8FEC-16601849A32D}" sibTransId="{38006B40-3765-40C6-A5FE-805F829F27D4}"/>
    <dgm:cxn modelId="{8E9EFCE8-FC65-48CF-B748-225D9FD8BB46}" type="presOf" srcId="{5B757200-AB0A-4D0C-8DC0-3794B93301F1}" destId="{E98ED18B-F0B0-4484-A30F-D9C5C0128429}" srcOrd="0" destOrd="0" presId="urn:microsoft.com/office/officeart/2018/2/layout/IconCircleList"/>
    <dgm:cxn modelId="{D2E320F3-BFE4-4527-801B-5590E9A5888E}" type="presOf" srcId="{38006B40-3765-40C6-A5FE-805F829F27D4}" destId="{5F38D2B2-35BD-427D-B8A3-4BCD5D5AAA2F}" srcOrd="0" destOrd="0" presId="urn:microsoft.com/office/officeart/2018/2/layout/IconCircleList"/>
    <dgm:cxn modelId="{601AE2F9-D899-40DE-AC59-3CEC30B3005A}" type="presOf" srcId="{7C33DEB8-8E2E-4808-938B-7F1B3BC92032}" destId="{22EAE198-29AA-41D4-8C02-631BC6D9AA3A}" srcOrd="0" destOrd="0" presId="urn:microsoft.com/office/officeart/2018/2/layout/IconCircleList"/>
    <dgm:cxn modelId="{6E1CDC80-3A3E-4A80-945B-CBD4916501B6}" type="presParOf" srcId="{E2E8437E-761E-4658-A65F-D3AA49C11353}" destId="{0DBA7A59-E4BE-4DB4-998C-B734EA3A5A40}" srcOrd="0" destOrd="0" presId="urn:microsoft.com/office/officeart/2018/2/layout/IconCircleList"/>
    <dgm:cxn modelId="{8F185213-0C91-46CD-A8BF-480DC2CD29C8}" type="presParOf" srcId="{0DBA7A59-E4BE-4DB4-998C-B734EA3A5A40}" destId="{48E7062C-A853-4F08-A713-95051A7BDE0D}" srcOrd="0" destOrd="0" presId="urn:microsoft.com/office/officeart/2018/2/layout/IconCircleList"/>
    <dgm:cxn modelId="{42EEEA2B-AE9D-4105-A628-DFA50CFE469B}" type="presParOf" srcId="{48E7062C-A853-4F08-A713-95051A7BDE0D}" destId="{74A2E74A-4452-498B-A0CD-EA06FA1D6726}" srcOrd="0" destOrd="0" presId="urn:microsoft.com/office/officeart/2018/2/layout/IconCircleList"/>
    <dgm:cxn modelId="{874B5D80-5BAD-466C-9DA4-B76760921CF5}" type="presParOf" srcId="{48E7062C-A853-4F08-A713-95051A7BDE0D}" destId="{A15528C0-1286-4F71-A8D3-BE51308E90C6}" srcOrd="1" destOrd="0" presId="urn:microsoft.com/office/officeart/2018/2/layout/IconCircleList"/>
    <dgm:cxn modelId="{F20E2F06-4F66-4B07-A62C-4117A94F5121}" type="presParOf" srcId="{48E7062C-A853-4F08-A713-95051A7BDE0D}" destId="{7B61E7C8-4F7E-4D21-89BE-FC97FCAD5352}" srcOrd="2" destOrd="0" presId="urn:microsoft.com/office/officeart/2018/2/layout/IconCircleList"/>
    <dgm:cxn modelId="{5BAA0B4F-C788-4407-8438-969DFDE2DA0D}" type="presParOf" srcId="{48E7062C-A853-4F08-A713-95051A7BDE0D}" destId="{BEFDB8CF-01E4-4FB0-A5B4-DD73709F0711}" srcOrd="3" destOrd="0" presId="urn:microsoft.com/office/officeart/2018/2/layout/IconCircleList"/>
    <dgm:cxn modelId="{C0C86EA5-520D-443C-8F86-767D6E58105A}" type="presParOf" srcId="{0DBA7A59-E4BE-4DB4-998C-B734EA3A5A40}" destId="{35E1EB28-9DB2-4C79-AB42-5BD2E91A6BE6}" srcOrd="1" destOrd="0" presId="urn:microsoft.com/office/officeart/2018/2/layout/IconCircleList"/>
    <dgm:cxn modelId="{02C11375-2BD5-439C-9E24-7A841268A599}" type="presParOf" srcId="{0DBA7A59-E4BE-4DB4-998C-B734EA3A5A40}" destId="{C091DAA9-8E93-4E62-914D-61E96002ADC4}" srcOrd="2" destOrd="0" presId="urn:microsoft.com/office/officeart/2018/2/layout/IconCircleList"/>
    <dgm:cxn modelId="{1DF16019-ED52-4C0A-91AF-8AE097DC0B69}" type="presParOf" srcId="{C091DAA9-8E93-4E62-914D-61E96002ADC4}" destId="{0C155212-2EFF-4DF7-A677-54E8925E2A1E}" srcOrd="0" destOrd="0" presId="urn:microsoft.com/office/officeart/2018/2/layout/IconCircleList"/>
    <dgm:cxn modelId="{C3796941-527F-4CAD-89B3-43AF043DD524}" type="presParOf" srcId="{C091DAA9-8E93-4E62-914D-61E96002ADC4}" destId="{F40F7F8E-96DE-42C9-A023-F513B518DFAD}" srcOrd="1" destOrd="0" presId="urn:microsoft.com/office/officeart/2018/2/layout/IconCircleList"/>
    <dgm:cxn modelId="{CB214730-3E5B-4247-BE3D-78E538A1D97A}" type="presParOf" srcId="{C091DAA9-8E93-4E62-914D-61E96002ADC4}" destId="{322A4401-C390-41CC-8D41-9B5728200009}" srcOrd="2" destOrd="0" presId="urn:microsoft.com/office/officeart/2018/2/layout/IconCircleList"/>
    <dgm:cxn modelId="{A73047C9-8F94-4209-8C38-6B7E15E86C56}" type="presParOf" srcId="{C091DAA9-8E93-4E62-914D-61E96002ADC4}" destId="{22EAE198-29AA-41D4-8C02-631BC6D9AA3A}" srcOrd="3" destOrd="0" presId="urn:microsoft.com/office/officeart/2018/2/layout/IconCircleList"/>
    <dgm:cxn modelId="{0E71BAAE-ED2A-4925-9998-98C83B89AD71}" type="presParOf" srcId="{0DBA7A59-E4BE-4DB4-998C-B734EA3A5A40}" destId="{5F38D2B2-35BD-427D-B8A3-4BCD5D5AAA2F}" srcOrd="3" destOrd="0" presId="urn:microsoft.com/office/officeart/2018/2/layout/IconCircleList"/>
    <dgm:cxn modelId="{3CEFF2C0-5DBC-45DE-B428-8E324EC10C59}" type="presParOf" srcId="{0DBA7A59-E4BE-4DB4-998C-B734EA3A5A40}" destId="{C515E67A-D9ED-4D6C-9421-693C563B417D}" srcOrd="4" destOrd="0" presId="urn:microsoft.com/office/officeart/2018/2/layout/IconCircleList"/>
    <dgm:cxn modelId="{CB551EE3-AF37-465B-9865-B2EFCDA75A72}" type="presParOf" srcId="{C515E67A-D9ED-4D6C-9421-693C563B417D}" destId="{E69E9A4A-F1CC-498E-B22A-851B04CE7C66}" srcOrd="0" destOrd="0" presId="urn:microsoft.com/office/officeart/2018/2/layout/IconCircleList"/>
    <dgm:cxn modelId="{03EF9610-439C-48F1-B0C7-A3E1A86E2CC0}" type="presParOf" srcId="{C515E67A-D9ED-4D6C-9421-693C563B417D}" destId="{3CC1811A-6560-44E0-BD8C-820FE82F672C}" srcOrd="1" destOrd="0" presId="urn:microsoft.com/office/officeart/2018/2/layout/IconCircleList"/>
    <dgm:cxn modelId="{C4096299-AFF1-48FE-B3A5-35F765938259}" type="presParOf" srcId="{C515E67A-D9ED-4D6C-9421-693C563B417D}" destId="{505B67B3-511D-4F8F-BAEE-55D7324C3B3C}" srcOrd="2" destOrd="0" presId="urn:microsoft.com/office/officeart/2018/2/layout/IconCircleList"/>
    <dgm:cxn modelId="{DBD5481D-DACA-4766-8E94-18BEDE60DBCF}" type="presParOf" srcId="{C515E67A-D9ED-4D6C-9421-693C563B417D}" destId="{E98ED18B-F0B0-4484-A30F-D9C5C0128429}" srcOrd="3" destOrd="0" presId="urn:microsoft.com/office/officeart/2018/2/layout/IconCircleList"/>
    <dgm:cxn modelId="{FA8F5317-D3E9-4B65-8E37-D2BE2EA90F2A}" type="presParOf" srcId="{0DBA7A59-E4BE-4DB4-998C-B734EA3A5A40}" destId="{88A83928-0D26-4785-8B11-CDC5CC82A6A0}" srcOrd="5" destOrd="0" presId="urn:microsoft.com/office/officeart/2018/2/layout/IconCircleList"/>
    <dgm:cxn modelId="{E2DF00DB-9E02-44AC-A6F8-524B7470A882}" type="presParOf" srcId="{0DBA7A59-E4BE-4DB4-998C-B734EA3A5A40}" destId="{5A2BDAB0-CD36-4EC2-92CD-440A0E5D23FE}" srcOrd="6" destOrd="0" presId="urn:microsoft.com/office/officeart/2018/2/layout/IconCircleList"/>
    <dgm:cxn modelId="{7C017583-6E48-4840-93D4-FF951923B7B5}" type="presParOf" srcId="{5A2BDAB0-CD36-4EC2-92CD-440A0E5D23FE}" destId="{AD80268A-B5D4-4429-8A9F-F5233F22F705}" srcOrd="0" destOrd="0" presId="urn:microsoft.com/office/officeart/2018/2/layout/IconCircleList"/>
    <dgm:cxn modelId="{8DB0C2EF-DF0C-4E1B-A027-B60FE96541EA}" type="presParOf" srcId="{5A2BDAB0-CD36-4EC2-92CD-440A0E5D23FE}" destId="{CD8D4B9E-CC96-44AA-9459-9844B4D26E58}" srcOrd="1" destOrd="0" presId="urn:microsoft.com/office/officeart/2018/2/layout/IconCircleList"/>
    <dgm:cxn modelId="{223F47D2-E8B1-4DA6-8D68-9E4C31EA48E9}" type="presParOf" srcId="{5A2BDAB0-CD36-4EC2-92CD-440A0E5D23FE}" destId="{971E669F-A013-4EB9-8E58-4AE0ECD23CE3}" srcOrd="2" destOrd="0" presId="urn:microsoft.com/office/officeart/2018/2/layout/IconCircleList"/>
    <dgm:cxn modelId="{95A23160-96B0-4BF9-B295-B7DFB82E9D43}" type="presParOf" srcId="{5A2BDAB0-CD36-4EC2-92CD-440A0E5D23FE}" destId="{DE50C3DA-5851-41F0-8334-BA8867CDECA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4F4E2-64B7-4B85-B030-949A6C1B0701}">
      <dsp:nvSpPr>
        <dsp:cNvPr id="0" name=""/>
        <dsp:cNvSpPr/>
      </dsp:nvSpPr>
      <dsp:spPr>
        <a:xfrm>
          <a:off x="446282" y="312976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97DFF-5C64-4F65-BA9D-7EB74D17CEB5}">
      <dsp:nvSpPr>
        <dsp:cNvPr id="0" name=""/>
        <dsp:cNvSpPr/>
      </dsp:nvSpPr>
      <dsp:spPr>
        <a:xfrm>
          <a:off x="731470" y="598164"/>
          <a:ext cx="767812" cy="767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7F3FA-FD5E-45B6-92E7-6C502AA33EC5}">
      <dsp:nvSpPr>
        <dsp:cNvPr id="0" name=""/>
        <dsp:cNvSpPr/>
      </dsp:nvSpPr>
      <dsp:spPr>
        <a:xfrm>
          <a:off x="18501" y="2067976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Predict whether a customer will complete a booking (booking_complete).</a:t>
          </a:r>
        </a:p>
      </dsp:txBody>
      <dsp:txXfrm>
        <a:off x="18501" y="2067976"/>
        <a:ext cx="2193750" cy="720000"/>
      </dsp:txXfrm>
    </dsp:sp>
    <dsp:sp modelId="{01225FD0-3DBB-4525-98C6-6005AAFB1B80}">
      <dsp:nvSpPr>
        <dsp:cNvPr id="0" name=""/>
        <dsp:cNvSpPr/>
      </dsp:nvSpPr>
      <dsp:spPr>
        <a:xfrm>
          <a:off x="3023939" y="312976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34B8C5-A37C-4562-9CEE-9E38B69387CA}">
      <dsp:nvSpPr>
        <dsp:cNvPr id="0" name=""/>
        <dsp:cNvSpPr/>
      </dsp:nvSpPr>
      <dsp:spPr>
        <a:xfrm>
          <a:off x="3309126" y="598164"/>
          <a:ext cx="767812" cy="767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F46B2-B927-4042-AD68-D0EEA3736C0F}">
      <dsp:nvSpPr>
        <dsp:cNvPr id="0" name=""/>
        <dsp:cNvSpPr/>
      </dsp:nvSpPr>
      <dsp:spPr>
        <a:xfrm>
          <a:off x="2596158" y="2067976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Binary classification problem.</a:t>
          </a:r>
        </a:p>
      </dsp:txBody>
      <dsp:txXfrm>
        <a:off x="2596158" y="2067976"/>
        <a:ext cx="2193750" cy="720000"/>
      </dsp:txXfrm>
    </dsp:sp>
    <dsp:sp modelId="{0F213BF6-8149-4AC3-A87F-F4B27B0D581D}">
      <dsp:nvSpPr>
        <dsp:cNvPr id="0" name=""/>
        <dsp:cNvSpPr/>
      </dsp:nvSpPr>
      <dsp:spPr>
        <a:xfrm>
          <a:off x="5601595" y="312976"/>
          <a:ext cx="1338187" cy="1338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2BA13-0B39-4412-81BD-26FBB62C3C59}">
      <dsp:nvSpPr>
        <dsp:cNvPr id="0" name=""/>
        <dsp:cNvSpPr/>
      </dsp:nvSpPr>
      <dsp:spPr>
        <a:xfrm>
          <a:off x="5886783" y="598164"/>
          <a:ext cx="767812" cy="767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7FD68-EFAB-422F-96E2-2B051A2F3D15}">
      <dsp:nvSpPr>
        <dsp:cNvPr id="0" name=""/>
        <dsp:cNvSpPr/>
      </dsp:nvSpPr>
      <dsp:spPr>
        <a:xfrm>
          <a:off x="5173814" y="2067976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Goal: understand factors influencing booking behaviour.</a:t>
          </a:r>
        </a:p>
      </dsp:txBody>
      <dsp:txXfrm>
        <a:off x="5173814" y="2067976"/>
        <a:ext cx="21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161B2-A58C-4FDE-90CB-D814462FA0A9}">
      <dsp:nvSpPr>
        <dsp:cNvPr id="0" name=""/>
        <dsp:cNvSpPr/>
      </dsp:nvSpPr>
      <dsp:spPr>
        <a:xfrm>
          <a:off x="0" y="0"/>
          <a:ext cx="6086200" cy="5412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Handled categorical variables using One-Hot Encoding</a:t>
          </a:r>
        </a:p>
      </dsp:txBody>
      <dsp:txXfrm>
        <a:off x="15853" y="15853"/>
        <a:ext cx="5456392" cy="509563"/>
      </dsp:txXfrm>
    </dsp:sp>
    <dsp:sp modelId="{C05F8A3E-9B2C-4418-A0B8-7EAD41C63F5A}">
      <dsp:nvSpPr>
        <dsp:cNvPr id="0" name=""/>
        <dsp:cNvSpPr/>
      </dsp:nvSpPr>
      <dsp:spPr>
        <a:xfrm>
          <a:off x="509719" y="639681"/>
          <a:ext cx="6086200" cy="5412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Train-test split applied (80/20)</a:t>
          </a:r>
        </a:p>
      </dsp:txBody>
      <dsp:txXfrm>
        <a:off x="525572" y="655534"/>
        <a:ext cx="5192950" cy="509563"/>
      </dsp:txXfrm>
    </dsp:sp>
    <dsp:sp modelId="{5731A35D-13DB-4B51-B425-C44EE01C3E5B}">
      <dsp:nvSpPr>
        <dsp:cNvPr id="0" name=""/>
        <dsp:cNvSpPr/>
      </dsp:nvSpPr>
      <dsp:spPr>
        <a:xfrm>
          <a:off x="1011830" y="1279363"/>
          <a:ext cx="6086200" cy="5412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scaling required (tree-based models)</a:t>
          </a:r>
        </a:p>
      </dsp:txBody>
      <dsp:txXfrm>
        <a:off x="1027683" y="1295216"/>
        <a:ext cx="5200558" cy="509563"/>
      </dsp:txXfrm>
    </dsp:sp>
    <dsp:sp modelId="{BD3F734E-390C-4BBB-9099-45413CD707C2}">
      <dsp:nvSpPr>
        <dsp:cNvPr id="0" name=""/>
        <dsp:cNvSpPr/>
      </dsp:nvSpPr>
      <dsp:spPr>
        <a:xfrm>
          <a:off x="1521550" y="1919045"/>
          <a:ext cx="6086200" cy="5412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Ensured consistent preprocessing using pipelines</a:t>
          </a:r>
        </a:p>
      </dsp:txBody>
      <dsp:txXfrm>
        <a:off x="1537403" y="1934898"/>
        <a:ext cx="5192950" cy="509563"/>
      </dsp:txXfrm>
    </dsp:sp>
    <dsp:sp modelId="{696AACA1-106C-4819-9429-3C77FDA02E73}">
      <dsp:nvSpPr>
        <dsp:cNvPr id="0" name=""/>
        <dsp:cNvSpPr/>
      </dsp:nvSpPr>
      <dsp:spPr>
        <a:xfrm>
          <a:off x="5734375" y="414563"/>
          <a:ext cx="351825" cy="35182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813536" y="414563"/>
        <a:ext cx="193503" cy="264748"/>
      </dsp:txXfrm>
    </dsp:sp>
    <dsp:sp modelId="{E11B7363-D95A-4DBF-9013-84709F1D93E4}">
      <dsp:nvSpPr>
        <dsp:cNvPr id="0" name=""/>
        <dsp:cNvSpPr/>
      </dsp:nvSpPr>
      <dsp:spPr>
        <a:xfrm>
          <a:off x="6244095" y="1054244"/>
          <a:ext cx="351825" cy="35182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323256" y="1054244"/>
        <a:ext cx="193503" cy="264748"/>
      </dsp:txXfrm>
    </dsp:sp>
    <dsp:sp modelId="{E8CEDD58-DDF3-4724-9646-CF2D5E46084C}">
      <dsp:nvSpPr>
        <dsp:cNvPr id="0" name=""/>
        <dsp:cNvSpPr/>
      </dsp:nvSpPr>
      <dsp:spPr>
        <a:xfrm>
          <a:off x="6746206" y="1693926"/>
          <a:ext cx="351825" cy="35182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825367" y="1693926"/>
        <a:ext cx="193503" cy="2647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2E74A-4452-498B-A0CD-EA06FA1D6726}">
      <dsp:nvSpPr>
        <dsp:cNvPr id="0" name=""/>
        <dsp:cNvSpPr/>
      </dsp:nvSpPr>
      <dsp:spPr>
        <a:xfrm>
          <a:off x="79426" y="439602"/>
          <a:ext cx="986142" cy="98614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528C0-1286-4F71-A8D3-BE51308E90C6}">
      <dsp:nvSpPr>
        <dsp:cNvPr id="0" name=""/>
        <dsp:cNvSpPr/>
      </dsp:nvSpPr>
      <dsp:spPr>
        <a:xfrm>
          <a:off x="286516" y="646692"/>
          <a:ext cx="571962" cy="571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DB8CF-01E4-4FB0-A5B4-DD73709F0711}">
      <dsp:nvSpPr>
        <dsp:cNvPr id="0" name=""/>
        <dsp:cNvSpPr/>
      </dsp:nvSpPr>
      <dsp:spPr>
        <a:xfrm>
          <a:off x="1276885" y="439602"/>
          <a:ext cx="2324478" cy="986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Helps identify customers likely to book</a:t>
          </a:r>
        </a:p>
      </dsp:txBody>
      <dsp:txXfrm>
        <a:off x="1276885" y="439602"/>
        <a:ext cx="2324478" cy="986142"/>
      </dsp:txXfrm>
    </dsp:sp>
    <dsp:sp modelId="{0C155212-2EFF-4DF7-A677-54E8925E2A1E}">
      <dsp:nvSpPr>
        <dsp:cNvPr id="0" name=""/>
        <dsp:cNvSpPr/>
      </dsp:nvSpPr>
      <dsp:spPr>
        <a:xfrm>
          <a:off x="4006386" y="439602"/>
          <a:ext cx="986142" cy="98614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F7F8E-96DE-42C9-A023-F513B518DFAD}">
      <dsp:nvSpPr>
        <dsp:cNvPr id="0" name=""/>
        <dsp:cNvSpPr/>
      </dsp:nvSpPr>
      <dsp:spPr>
        <a:xfrm>
          <a:off x="4213476" y="646692"/>
          <a:ext cx="571962" cy="571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AE198-29AA-41D4-8C02-631BC6D9AA3A}">
      <dsp:nvSpPr>
        <dsp:cNvPr id="0" name=""/>
        <dsp:cNvSpPr/>
      </dsp:nvSpPr>
      <dsp:spPr>
        <a:xfrm>
          <a:off x="5203845" y="439602"/>
          <a:ext cx="2324478" cy="986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Supports marketing targeting and optimisation</a:t>
          </a:r>
        </a:p>
      </dsp:txBody>
      <dsp:txXfrm>
        <a:off x="5203845" y="439602"/>
        <a:ext cx="2324478" cy="986142"/>
      </dsp:txXfrm>
    </dsp:sp>
    <dsp:sp modelId="{E69E9A4A-F1CC-498E-B22A-851B04CE7C66}">
      <dsp:nvSpPr>
        <dsp:cNvPr id="0" name=""/>
        <dsp:cNvSpPr/>
      </dsp:nvSpPr>
      <dsp:spPr>
        <a:xfrm>
          <a:off x="79426" y="2009785"/>
          <a:ext cx="986142" cy="98614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1811A-6560-44E0-BD8C-820FE82F672C}">
      <dsp:nvSpPr>
        <dsp:cNvPr id="0" name=""/>
        <dsp:cNvSpPr/>
      </dsp:nvSpPr>
      <dsp:spPr>
        <a:xfrm>
          <a:off x="286516" y="2216875"/>
          <a:ext cx="571962" cy="571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ED18B-F0B0-4484-A30F-D9C5C0128429}">
      <dsp:nvSpPr>
        <dsp:cNvPr id="0" name=""/>
        <dsp:cNvSpPr/>
      </dsp:nvSpPr>
      <dsp:spPr>
        <a:xfrm>
          <a:off x="1276885" y="2009785"/>
          <a:ext cx="2324478" cy="986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Improves conversion rate strategies</a:t>
          </a:r>
        </a:p>
      </dsp:txBody>
      <dsp:txXfrm>
        <a:off x="1276885" y="2009785"/>
        <a:ext cx="2324478" cy="986142"/>
      </dsp:txXfrm>
    </dsp:sp>
    <dsp:sp modelId="{AD80268A-B5D4-4429-8A9F-F5233F22F705}">
      <dsp:nvSpPr>
        <dsp:cNvPr id="0" name=""/>
        <dsp:cNvSpPr/>
      </dsp:nvSpPr>
      <dsp:spPr>
        <a:xfrm>
          <a:off x="4006386" y="2009785"/>
          <a:ext cx="986142" cy="98614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D4B9E-CC96-44AA-9459-9844B4D26E58}">
      <dsp:nvSpPr>
        <dsp:cNvPr id="0" name=""/>
        <dsp:cNvSpPr/>
      </dsp:nvSpPr>
      <dsp:spPr>
        <a:xfrm>
          <a:off x="4213476" y="2216875"/>
          <a:ext cx="571962" cy="571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0C3DA-5851-41F0-8334-BA8867CDECA2}">
      <dsp:nvSpPr>
        <dsp:cNvPr id="0" name=""/>
        <dsp:cNvSpPr/>
      </dsp:nvSpPr>
      <dsp:spPr>
        <a:xfrm>
          <a:off x="5203845" y="2009785"/>
          <a:ext cx="2324478" cy="986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Scalable model for future booking data</a:t>
          </a:r>
        </a:p>
      </dsp:txBody>
      <dsp:txXfrm>
        <a:off x="5203845" y="2009785"/>
        <a:ext cx="2324478" cy="986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3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1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8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5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6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3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7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3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0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91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7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383528"/>
            <a:ext cx="4444491" cy="3167510"/>
          </a:xfrm>
        </p:spPr>
        <p:txBody>
          <a:bodyPr anchor="b">
            <a:normAutofit/>
          </a:bodyPr>
          <a:lstStyle/>
          <a:p>
            <a:pPr algn="r"/>
            <a:r>
              <a:rPr lang="es-ES" sz="7100"/>
              <a:t>Customer Booking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4582814"/>
            <a:ext cx="4444491" cy="1312657"/>
          </a:xfrm>
        </p:spPr>
        <p:txBody>
          <a:bodyPr anchor="t">
            <a:normAutofit/>
          </a:bodyPr>
          <a:lstStyle/>
          <a:p>
            <a:pPr algn="r"/>
            <a:r>
              <a:rPr lang="en-US"/>
              <a:t>British Airways Data Science Simulation</a:t>
            </a:r>
          </a:p>
        </p:txBody>
      </p:sp>
      <p:pic>
        <p:nvPicPr>
          <p:cNvPr id="31" name="Graphic 30" descr="Usuario">
            <a:extLst>
              <a:ext uri="{FF2B5EF4-FFF2-40B4-BE49-F238E27FC236}">
                <a16:creationId xmlns:a16="http://schemas.microsoft.com/office/drawing/2014/main" id="{95864BFA-635E-7398-604B-4E195E24A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9721" y="2471017"/>
            <a:ext cx="1966329" cy="19663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EDCC5D-8B8A-40DB-BE90-A3AA27C6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s-ES" sz="4700" dirty="0" err="1"/>
              <a:t>Problem</a:t>
            </a:r>
            <a:r>
              <a:rPr lang="es-ES" sz="4700" dirty="0"/>
              <a:t> </a:t>
            </a:r>
            <a:r>
              <a:rPr lang="es-ES" sz="4700" dirty="0" err="1"/>
              <a:t>Statement</a:t>
            </a:r>
            <a:endParaRPr lang="es-ES" sz="47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5A322F-55F7-7518-6DA9-4905A2604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545101"/>
              </p:ext>
            </p:extLst>
          </p:nvPr>
        </p:nvGraphicFramePr>
        <p:xfrm>
          <a:off x="963469" y="2902912"/>
          <a:ext cx="7386066" cy="3100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s-ES" sz="4700"/>
              <a:t>Data Preparation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18B53A82-9C99-B42E-96D0-0A547B048D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5245" y="2493177"/>
          <a:ext cx="7607751" cy="2460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68" y="922644"/>
            <a:ext cx="3780214" cy="1169585"/>
          </a:xfrm>
        </p:spPr>
        <p:txBody>
          <a:bodyPr anchor="b">
            <a:normAutofit/>
          </a:bodyPr>
          <a:lstStyle/>
          <a:p>
            <a:r>
              <a:rPr lang="es-ES" sz="3500"/>
              <a:t>Models Used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147" y="2202805"/>
            <a:ext cx="3072292" cy="3632493"/>
          </a:xfrm>
        </p:spPr>
        <p:txBody>
          <a:bodyPr anchor="ctr">
            <a:normAutofit/>
          </a:bodyPr>
          <a:lstStyle/>
          <a:p>
            <a:r>
              <a:rPr lang="en-US" sz="1700" dirty="0"/>
              <a:t>Random Forest Classifier</a:t>
            </a:r>
          </a:p>
          <a:p>
            <a:r>
              <a:rPr lang="en-US" sz="1700" dirty="0"/>
              <a:t>XGBoost Classifier (Sensitive to Outliers, used  </a:t>
            </a:r>
            <a:r>
              <a:rPr lang="es-ES" sz="1700" dirty="0"/>
              <a:t>Winsorizing </a:t>
            </a:r>
            <a:r>
              <a:rPr lang="en-US" sz="1700" dirty="0"/>
              <a:t>to clip them instead of deleting the data) </a:t>
            </a:r>
          </a:p>
          <a:p>
            <a:r>
              <a:rPr lang="en-US" sz="1700" dirty="0"/>
              <a:t>Both models handle non-linear relationships well</a:t>
            </a:r>
          </a:p>
          <a:p>
            <a:r>
              <a:rPr lang="en-US" sz="1700" dirty="0"/>
              <a:t>Compared performance after training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4CA94B-58D4-2A1E-ABFF-AEC5F52629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0"/>
          <a:stretch>
            <a:fillRect/>
          </a:stretch>
        </p:blipFill>
        <p:spPr>
          <a:xfrm>
            <a:off x="3608439" y="2808681"/>
            <a:ext cx="5365483" cy="25373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D2E193-B559-07DC-ABDA-3F6B625379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472"/>
          <a:stretch>
            <a:fillRect/>
          </a:stretch>
        </p:blipFill>
        <p:spPr>
          <a:xfrm>
            <a:off x="3930221" y="1098617"/>
            <a:ext cx="4644384" cy="905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s-ES" sz="4200"/>
              <a:t>Evaluation</a:t>
            </a:r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788" y="1889612"/>
            <a:ext cx="3398174" cy="3639450"/>
          </a:xfrm>
        </p:spPr>
        <p:txBody>
          <a:bodyPr anchor="ctr">
            <a:normAutofit/>
          </a:bodyPr>
          <a:lstStyle/>
          <a:p>
            <a:r>
              <a:rPr lang="en-US" sz="1700" dirty="0"/>
              <a:t>Accuracy used as main metric</a:t>
            </a:r>
          </a:p>
          <a:p>
            <a:r>
              <a:rPr lang="en-US" sz="1700" dirty="0"/>
              <a:t>Compared test set performance</a:t>
            </a:r>
          </a:p>
          <a:p>
            <a:r>
              <a:rPr lang="en-US" sz="1700" dirty="0"/>
              <a:t>Selected best-performing model based on validation results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B402E03-5EFE-30A2-AAEB-BEF16F1CF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88" y="3174955"/>
            <a:ext cx="3862707" cy="97984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3603553-6BF7-69B1-C3A6-B52467BEAF69}"/>
              </a:ext>
            </a:extLst>
          </p:cNvPr>
          <p:cNvSpPr txBox="1"/>
          <p:nvPr/>
        </p:nvSpPr>
        <p:spPr>
          <a:xfrm>
            <a:off x="1902873" y="4912437"/>
            <a:ext cx="53382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XGBoost </a:t>
            </a:r>
            <a:r>
              <a:rPr lang="es-ES" dirty="0" err="1"/>
              <a:t>slightly</a:t>
            </a:r>
            <a:r>
              <a:rPr lang="es-ES" dirty="0"/>
              <a:t> </a:t>
            </a:r>
            <a:r>
              <a:rPr lang="es-ES" dirty="0" err="1"/>
              <a:t>outperformed</a:t>
            </a:r>
            <a:r>
              <a:rPr lang="es-ES" dirty="0"/>
              <a:t> Random Forest,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difference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marginal, </a:t>
            </a:r>
            <a:r>
              <a:rPr lang="es-ES" dirty="0" err="1"/>
              <a:t>indicating</a:t>
            </a:r>
            <a:r>
              <a:rPr lang="es-ES" dirty="0"/>
              <a:t> </a:t>
            </a:r>
            <a:r>
              <a:rPr lang="es-ES" dirty="0" err="1"/>
              <a:t>both</a:t>
            </a:r>
            <a:r>
              <a:rPr lang="es-ES" dirty="0"/>
              <a:t> models capture similar </a:t>
            </a:r>
            <a:r>
              <a:rPr lang="es-ES" dirty="0" err="1"/>
              <a:t>patterns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8D5E7-EBAC-E727-E4B1-78B1685E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1">
            <a:extLst>
              <a:ext uri="{FF2B5EF4-FFF2-40B4-BE49-F238E27FC236}">
                <a16:creationId xmlns:a16="http://schemas.microsoft.com/office/drawing/2014/main" id="{A5FF3E4C-7FDD-EACB-A063-1A4D3F4C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ED7CE-9FCE-CF70-7664-8F9CC312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55" y="530154"/>
            <a:ext cx="3309351" cy="1298448"/>
          </a:xfrm>
        </p:spPr>
        <p:txBody>
          <a:bodyPr anchor="b">
            <a:normAutofit/>
          </a:bodyPr>
          <a:lstStyle/>
          <a:p>
            <a:r>
              <a:rPr lang="en-US" dirty="0"/>
              <a:t>Confusion Matrix</a:t>
            </a:r>
            <a:endParaRPr lang="es-ES" sz="4200" dirty="0"/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58CAD5F2-864B-E10C-BBC4-6B6465759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84C2F7-B1BC-8643-EC41-54A5169F1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6E40FE-BA51-93C9-FA1A-B2AF830C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EA9392D-E691-A0D1-54CF-55C0A8571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301"/>
          <a:stretch>
            <a:fillRect/>
          </a:stretch>
        </p:blipFill>
        <p:spPr>
          <a:xfrm>
            <a:off x="447265" y="2780069"/>
            <a:ext cx="3397250" cy="303271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82D819B-196A-78CE-FBFF-BF8955617E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79" r="2" b="2"/>
          <a:stretch>
            <a:fillRect/>
          </a:stretch>
        </p:blipFill>
        <p:spPr>
          <a:xfrm>
            <a:off x="4494532" y="2820716"/>
            <a:ext cx="3392972" cy="303271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A6FA03C-A170-CB7E-E994-E7EC48EE191B}"/>
              </a:ext>
            </a:extLst>
          </p:cNvPr>
          <p:cNvSpPr txBox="1"/>
          <p:nvPr/>
        </p:nvSpPr>
        <p:spPr>
          <a:xfrm>
            <a:off x="993058" y="2367224"/>
            <a:ext cx="249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Random Forest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54A226-F05C-F5E9-CD41-58E904A6C392}"/>
              </a:ext>
            </a:extLst>
          </p:cNvPr>
          <p:cNvSpPr txBox="1"/>
          <p:nvPr/>
        </p:nvSpPr>
        <p:spPr>
          <a:xfrm>
            <a:off x="5397909" y="2367224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XGBoost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253302-C97E-1941-E712-0ABACA8C266A}"/>
              </a:ext>
            </a:extLst>
          </p:cNvPr>
          <p:cNvSpPr txBox="1"/>
          <p:nvPr/>
        </p:nvSpPr>
        <p:spPr>
          <a:xfrm>
            <a:off x="3092247" y="363632"/>
            <a:ext cx="57879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If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business</a:t>
            </a:r>
            <a:r>
              <a:rPr lang="es-ES" dirty="0"/>
              <a:t>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to </a:t>
            </a:r>
            <a:r>
              <a:rPr lang="es-ES" b="1" dirty="0" err="1"/>
              <a:t>maximize</a:t>
            </a:r>
            <a:r>
              <a:rPr lang="es-ES" b="1" dirty="0"/>
              <a:t> </a:t>
            </a:r>
            <a:r>
              <a:rPr lang="es-ES" b="1" dirty="0" err="1"/>
              <a:t>detected</a:t>
            </a:r>
            <a:r>
              <a:rPr lang="es-ES" b="1" dirty="0"/>
              <a:t> </a:t>
            </a:r>
            <a:r>
              <a:rPr lang="es-ES" b="1" dirty="0" err="1"/>
              <a:t>bookings</a:t>
            </a:r>
            <a:r>
              <a:rPr lang="es-ES" b="1" dirty="0"/>
              <a:t> (</a:t>
            </a:r>
            <a:r>
              <a:rPr lang="es-ES" b="1" dirty="0" err="1"/>
              <a:t>revenue-oriented</a:t>
            </a:r>
            <a:r>
              <a:rPr lang="es-ES" b="1" dirty="0"/>
              <a:t>)</a:t>
            </a:r>
            <a:r>
              <a:rPr lang="es-ES" dirty="0"/>
              <a:t> → </a:t>
            </a:r>
            <a:r>
              <a:rPr lang="es-ES" b="1" dirty="0"/>
              <a:t>XGBoost </a:t>
            </a:r>
          </a:p>
          <a:p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If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to </a:t>
            </a:r>
            <a:r>
              <a:rPr lang="es-ES" b="1" dirty="0"/>
              <a:t>reduce false positives (</a:t>
            </a:r>
            <a:r>
              <a:rPr lang="es-ES" b="1" dirty="0" err="1"/>
              <a:t>cost</a:t>
            </a:r>
            <a:r>
              <a:rPr lang="es-ES" b="1" dirty="0"/>
              <a:t> control / marketing </a:t>
            </a:r>
            <a:r>
              <a:rPr lang="es-ES" b="1" dirty="0" err="1"/>
              <a:t>efficiency</a:t>
            </a:r>
            <a:r>
              <a:rPr lang="es-ES" b="1" dirty="0"/>
              <a:t>)</a:t>
            </a:r>
            <a:r>
              <a:rPr lang="es-ES" dirty="0"/>
              <a:t> → </a:t>
            </a:r>
            <a:r>
              <a:rPr lang="es-ES" b="1" dirty="0"/>
              <a:t>Random Forest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514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s-ES" sz="4700"/>
              <a:t>Business Impact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4C3DE4B-7936-3986-7A7C-46185BE03B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6478" y="1915551"/>
          <a:ext cx="7607751" cy="3435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</TotalTime>
  <Words>192</Words>
  <Application>Microsoft Office PowerPoint</Application>
  <PresentationFormat>Presentación en pantalla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Tema de 2022</vt:lpstr>
      <vt:lpstr>Customer Booking Prediction</vt:lpstr>
      <vt:lpstr>Problem Statement</vt:lpstr>
      <vt:lpstr>Data Preparation</vt:lpstr>
      <vt:lpstr>Models Used</vt:lpstr>
      <vt:lpstr>Evaluation</vt:lpstr>
      <vt:lpstr>Confusion Matrix</vt:lpstr>
      <vt:lpstr>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Carmen Camacho Tejada</cp:lastModifiedBy>
  <cp:revision>2</cp:revision>
  <dcterms:created xsi:type="dcterms:W3CDTF">2013-01-27T09:14:16Z</dcterms:created>
  <dcterms:modified xsi:type="dcterms:W3CDTF">2026-06-17T22:42:09Z</dcterms:modified>
  <cp:category/>
</cp:coreProperties>
</file>